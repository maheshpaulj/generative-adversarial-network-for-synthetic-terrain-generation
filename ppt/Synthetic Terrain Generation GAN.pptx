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" y="1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" y="519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179540"/>
            <a:ext cx="2730400" cy="10476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650" y="4179540"/>
            <a:ext cx="2730549" cy="104760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700" y="4179540"/>
            <a:ext cx="2730400" cy="10476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332" y="1630709"/>
            <a:ext cx="2967335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0430" y="2097434"/>
            <a:ext cx="9111138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lang="en-US" sz="375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Generative Adversarial Network (GAN) </a:t>
            </a:r>
            <a:r>
              <a:rPr lang="en-US" sz="3750" b="1" i="0" u="none" dirty="0">
                <a:solidFill>
                  <a:srgbClr val="0F172A"/>
                </a:solidFill>
                <a:latin typeface="Plus Jakarta Sans"/>
              </a:rPr>
              <a:t>for Synthetic Terrain Generation</a:t>
            </a:r>
            <a:endParaRPr lang="en-US" sz="3750" b="1" i="0" u="none" dirty="0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0" y="3326159"/>
            <a:ext cx="7429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Replacing traditional random noise with deep learning to synthesize realistic 3D elevation maps and landscapes.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1018" y="4379565"/>
            <a:ext cx="100786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TEAM MEMBER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9775" y="4589115"/>
            <a:ext cx="2330350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275" b="1" i="0" u="none" dirty="0">
                <a:solidFill>
                  <a:srgbClr val="0F172A"/>
                </a:solidFill>
                <a:latin typeface="Plus Jakarta Sans"/>
              </a:rPr>
              <a:t>Mahesh Paul J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09775" y="4867126"/>
            <a:ext cx="2330350" cy="186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 dirty="0">
                <a:solidFill>
                  <a:srgbClr val="64748B"/>
                </a:solidFill>
                <a:latin typeface="Inter"/>
              </a:rPr>
              <a:t>Reg. No: [RA2</a:t>
            </a:r>
            <a:r>
              <a:rPr lang="en-US" sz="975" b="0" i="0" u="none" dirty="0">
                <a:solidFill>
                  <a:srgbClr val="64748B"/>
                </a:solidFill>
                <a:latin typeface="Inter"/>
              </a:rPr>
              <a:t>212702010006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2394" y="4379565"/>
            <a:ext cx="1026914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TEAM MEMBER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0675" y="4589115"/>
            <a:ext cx="2330499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275" b="1" dirty="0">
                <a:solidFill>
                  <a:srgbClr val="0F172A"/>
                </a:solidFill>
                <a:latin typeface="Plus Jakarta Sans"/>
              </a:rPr>
              <a:t>David Bobby Abraham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0675" y="4867126"/>
            <a:ext cx="2330499" cy="186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 dirty="0">
                <a:solidFill>
                  <a:srgbClr val="64748B"/>
                </a:solidFill>
                <a:latin typeface="Inter"/>
              </a:rPr>
              <a:t>Reg. No: [</a:t>
            </a:r>
            <a:r>
              <a:rPr lang="en-US" sz="975" b="0" i="0" u="none" dirty="0">
                <a:solidFill>
                  <a:srgbClr val="64748B"/>
                </a:solidFill>
                <a:latin typeface="Inter"/>
              </a:rPr>
              <a:t>RA2212702010015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8681" y="4379565"/>
            <a:ext cx="103643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Inter"/>
              </a:rPr>
              <a:t>TEAM MEMBER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725" y="4589115"/>
            <a:ext cx="2330350" cy="235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275" b="1" i="0" u="none" dirty="0">
                <a:solidFill>
                  <a:srgbClr val="0F172A"/>
                </a:solidFill>
                <a:latin typeface="Plus Jakarta Sans"/>
              </a:rPr>
              <a:t>Ishan Chadha</a:t>
            </a:r>
            <a:endParaRPr sz="1275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51725" y="4867126"/>
            <a:ext cx="2330350" cy="186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 dirty="0">
                <a:solidFill>
                  <a:srgbClr val="64748B"/>
                </a:solidFill>
                <a:latin typeface="Inter"/>
              </a:rPr>
              <a:t>Reg. No: [</a:t>
            </a:r>
            <a:r>
              <a:rPr lang="en-US" sz="975" b="0" i="0" u="none" dirty="0">
                <a:solidFill>
                  <a:srgbClr val="64748B"/>
                </a:solidFill>
                <a:latin typeface="Inter"/>
              </a:rPr>
              <a:t>RA2212702010022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63" y="1770906"/>
            <a:ext cx="5295900" cy="331618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763" y="1770906"/>
            <a:ext cx="5295900" cy="33161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6951" y="2045574"/>
            <a:ext cx="49006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2563EB"/>
                </a:solidFill>
                <a:latin typeface="Plus Jakarta Sans SemiBold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188" y="2837706"/>
            <a:ext cx="46672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Digital terrains and heightmaps are crucial for video games, flight simulators, and virtual worlds. Currently, building realistic terrains takes either weeks of manual 3D design work or complex simulation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188" y="3927128"/>
            <a:ext cx="46672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Our project aims to create an automated AI model that generates realistic, continuous 2D heightmaps in seconds from simple random inputs.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7651" y="2045574"/>
            <a:ext cx="49006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2563EB"/>
                </a:solidFill>
                <a:latin typeface="Plus Jakarta Sans SemiBold"/>
              </a:rPr>
              <a:t>The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088" y="2837706"/>
            <a:ext cx="46672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Instead of relying on random mathematical formulas, we use a Generative Adversarial Network (GAN) trained on real-world satellite elevation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088" y="3683347"/>
            <a:ext cx="46672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475569"/>
                </a:solidFill>
                <a:latin typeface="Inter"/>
              </a:rPr>
              <a:t>The network learns real geological structures</a:t>
            </a:r>
            <a:r>
              <a:rPr lang="en-US" sz="14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like mountain peaks, valleys, and erosion patterns</a:t>
            </a:r>
            <a:r>
              <a:rPr lang="en-US" sz="14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400" b="0" i="0" u="none" dirty="0">
                <a:solidFill>
                  <a:srgbClr val="475569"/>
                </a:solidFill>
                <a:latin typeface="Inter"/>
              </a:rPr>
              <a:t>producing lifelike terrains that look naturally formed.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88" y="2104281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088" y="2104281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Project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27162"/>
            <a:ext cx="52959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827162"/>
            <a:ext cx="55606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How It Traditional Tools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60537"/>
            <a:ext cx="52959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Traditional terrain synthesis relies on mathematical noise algorithms, most commonly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Perlin Noise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or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Simplex Noise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762398"/>
            <a:ext cx="529590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3950" y="2895748"/>
            <a:ext cx="45910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Pure Mathematics: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Overlays random smooth waves at multiple frequencies to create rolling hills.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3650009"/>
            <a:ext cx="5295900" cy="1017091"/>
          </a:xfrm>
          <a:prstGeom prst="roundRect">
            <a:avLst>
              <a:gd name="adj" fmla="val 93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3950" y="3783359"/>
            <a:ext cx="4591050" cy="7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No Geological Realism: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Cannot understand true planetary processes like river drainage, tectonic ridges, or mountain weathering.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4781401"/>
            <a:ext cx="529590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3950" y="4914751"/>
            <a:ext cx="45910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Tedious Tuning: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Creating specific landforms requires manually tweaking dozens of arbitrary parameters.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836687"/>
            <a:ext cx="5276850" cy="36004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600" y="3526184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657576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5545187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905273"/>
            <a:ext cx="1047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792884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924276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Old Method: Procedural Noise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27162"/>
            <a:ext cx="52959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827162"/>
            <a:ext cx="55606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A Simple Two-Player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60537"/>
            <a:ext cx="52959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 Generative Adversarial Network trains two neural networks against each other to produce realistic heightmaps: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762398"/>
            <a:ext cx="529590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3950" y="2895748"/>
            <a:ext cx="45910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The Generator: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Takes a random vector (noise) and tries to draw a 2D elevation heightmap.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3650009"/>
            <a:ext cx="529590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3950" y="3783359"/>
            <a:ext cx="459105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The Discriminator: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Examines heightmaps and guesses whether they are real satellite scans or AI fakes.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4537620"/>
            <a:ext cx="5295900" cy="1017091"/>
          </a:xfrm>
          <a:prstGeom prst="roundRect">
            <a:avLst>
              <a:gd name="adj" fmla="val 93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3950" y="4670970"/>
            <a:ext cx="4591050" cy="7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The Result: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Through competition, the Generator learns to output realistic valleys, ridges, and slopes that fool the Discriminator.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836687"/>
            <a:ext cx="5276850" cy="36004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600" y="3526184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413795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5545187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905273"/>
            <a:ext cx="1619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792884"/>
            <a:ext cx="1809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680495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Our Method: Deep Learning (GANs)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49921"/>
            <a:ext cx="5295900" cy="39963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49921"/>
            <a:ext cx="5295900" cy="3996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407146"/>
            <a:ext cx="49006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Plus Jakarta Sans SemiBold"/>
              </a:rPr>
              <a:t>Traditional Noise (Perlin)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825" y="2407146"/>
            <a:ext cx="49006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563EB"/>
                </a:solidFill>
                <a:latin typeface="Plus Jakarta Sans SemiBold"/>
              </a:rPr>
              <a:t>Our GAN Approach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083296"/>
            <a:ext cx="266700" cy="2095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23925" y="2769096"/>
            <a:ext cx="466725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38275" y="2902446"/>
            <a:ext cx="39624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Repetitive Patterns: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Landscapes look generic, rolling, and artificially smoothed.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925" y="3656707"/>
            <a:ext cx="466725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8275" y="3790057"/>
            <a:ext cx="39624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Rigid Rules: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Difficult to naturally blend different biomes (e.g., plains into mountains).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925" y="4544317"/>
            <a:ext cx="466725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8275" y="4677667"/>
            <a:ext cx="39624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No Learning: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Never improves or learns from real elevation data.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083296"/>
            <a:ext cx="209550" cy="2095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0825" y="2769096"/>
            <a:ext cx="466725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5175" y="2902446"/>
            <a:ext cx="39624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Natural Features: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Captures true geographical ridges, valleys, and runoff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0825" y="3656707"/>
            <a:ext cx="466725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5175" y="3790057"/>
            <a:ext cx="39624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Smooth Interpolation: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Seamlessly morphs between different terrain types.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0825" y="4544317"/>
            <a:ext cx="4667250" cy="773310"/>
          </a:xfrm>
          <a:prstGeom prst="roundRect">
            <a:avLst>
              <a:gd name="adj" fmla="val 12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15175" y="4677667"/>
            <a:ext cx="39624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Data-Driven: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Learns directly from satellite heightmap datasets.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925" y="3532882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925" y="4420492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925" y="5308103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00825" y="3532882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00825" y="4420492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00825" y="5308103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2911971"/>
            <a:ext cx="13335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799582"/>
            <a:ext cx="13335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4687192"/>
            <a:ext cx="13335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2911971"/>
            <a:ext cx="1238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3799582"/>
            <a:ext cx="1238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4687192"/>
            <a:ext cx="123825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Noise vs. Deep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511" y="3081337"/>
            <a:ext cx="1152144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350" b="1" i="0" u="none" dirty="0">
                <a:solidFill>
                  <a:srgbClr val="0F172A"/>
                </a:solidFill>
                <a:latin typeface="Plus Jakarta Sans"/>
              </a:rPr>
              <a:t>Thank You</a:t>
            </a:r>
            <a:endParaRPr sz="43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431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Mahesh Paul</cp:lastModifiedBy>
  <cp:revision>2</cp:revision>
  <dcterms:created xsi:type="dcterms:W3CDTF">2013-01-27T09:14:16Z</dcterms:created>
  <dcterms:modified xsi:type="dcterms:W3CDTF">2026-09-07T07:25:10Z</dcterms:modified>
  <cp:category/>
</cp:coreProperties>
</file>